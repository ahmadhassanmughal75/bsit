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CF3A9-4CD7-40F1-89B2-55F0766B2A75}" type="datetimeFigureOut">
              <a:rPr lang="en-US" smtClean="0"/>
              <a:t>2/3/2023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5A2AD-3948-4F17-88D2-C78B3C78DA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9921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CF3A9-4CD7-40F1-89B2-55F0766B2A75}" type="datetimeFigureOut">
              <a:rPr lang="en-US" smtClean="0"/>
              <a:t>2/3/2023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5A2AD-3948-4F17-88D2-C78B3C78DA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7095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CF3A9-4CD7-40F1-89B2-55F0766B2A75}" type="datetimeFigureOut">
              <a:rPr lang="en-US" smtClean="0"/>
              <a:t>2/3/2023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5A2AD-3948-4F17-88D2-C78B3C78DA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051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CF3A9-4CD7-40F1-89B2-55F0766B2A75}" type="datetimeFigureOut">
              <a:rPr lang="en-US" smtClean="0"/>
              <a:t>2/3/2023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5A2AD-3948-4F17-88D2-C78B3C78DA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7707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CF3A9-4CD7-40F1-89B2-55F0766B2A75}" type="datetimeFigureOut">
              <a:rPr lang="en-US" smtClean="0"/>
              <a:t>2/3/2023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5A2AD-3948-4F17-88D2-C78B3C78DA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2924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CF3A9-4CD7-40F1-89B2-55F0766B2A75}" type="datetimeFigureOut">
              <a:rPr lang="en-US" smtClean="0"/>
              <a:t>2/3/2023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5A2AD-3948-4F17-88D2-C78B3C78DA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0870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CF3A9-4CD7-40F1-89B2-55F0766B2A75}" type="datetimeFigureOut">
              <a:rPr lang="en-US" smtClean="0"/>
              <a:t>2/3/2023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5A2AD-3948-4F17-88D2-C78B3C78DA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3518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CF3A9-4CD7-40F1-89B2-55F0766B2A75}" type="datetimeFigureOut">
              <a:rPr lang="en-US" smtClean="0"/>
              <a:t>2/3/2023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5A2AD-3948-4F17-88D2-C78B3C78DA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7491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CF3A9-4CD7-40F1-89B2-55F0766B2A75}" type="datetimeFigureOut">
              <a:rPr lang="en-US" smtClean="0"/>
              <a:t>2/3/2023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5A2AD-3948-4F17-88D2-C78B3C78DA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9030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CF3A9-4CD7-40F1-89B2-55F0766B2A75}" type="datetimeFigureOut">
              <a:rPr lang="en-US" smtClean="0"/>
              <a:t>2/3/2023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5A2AD-3948-4F17-88D2-C78B3C78DA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4304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CF3A9-4CD7-40F1-89B2-55F0766B2A75}" type="datetimeFigureOut">
              <a:rPr lang="en-US" smtClean="0"/>
              <a:t>2/3/2023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5A2AD-3948-4F17-88D2-C78B3C78DA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332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ACF3A9-4CD7-40F1-89B2-55F0766B2A75}" type="datetimeFigureOut">
              <a:rPr lang="en-US" smtClean="0"/>
              <a:t>2/3/2023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25A2AD-3948-4F17-88D2-C78B3C78DA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3325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972" y="887104"/>
            <a:ext cx="11805652" cy="5213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04589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724" y="696036"/>
            <a:ext cx="10827452" cy="5281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37296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740" y="976038"/>
            <a:ext cx="11000096" cy="4971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36975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206" y="682611"/>
            <a:ext cx="11327642" cy="563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67030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649" y="600501"/>
            <a:ext cx="11778790" cy="5628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451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729" y="721747"/>
            <a:ext cx="11286698" cy="5399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4476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330" y="515540"/>
            <a:ext cx="10918209" cy="5920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22923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332" y="775739"/>
            <a:ext cx="11300346" cy="5580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1552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500" y="861367"/>
            <a:ext cx="10959153" cy="5120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14351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911" y="476661"/>
            <a:ext cx="11409528" cy="6069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03877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137" y="523783"/>
            <a:ext cx="11218460" cy="5704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40490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434" y="442357"/>
            <a:ext cx="11614244" cy="6099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9888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859" y="832513"/>
            <a:ext cx="11653932" cy="5209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635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194" y="598511"/>
            <a:ext cx="11850806" cy="5828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05263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0</Words>
  <Application>Microsoft Office PowerPoint</Application>
  <PresentationFormat>Widescreen</PresentationFormat>
  <Paragraphs>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Anees</dc:creator>
  <cp:lastModifiedBy>Anees</cp:lastModifiedBy>
  <cp:revision>1</cp:revision>
  <dcterms:created xsi:type="dcterms:W3CDTF">2023-02-03T18:10:04Z</dcterms:created>
  <dcterms:modified xsi:type="dcterms:W3CDTF">2023-02-03T18:16:13Z</dcterms:modified>
</cp:coreProperties>
</file>